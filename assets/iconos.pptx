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32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3297B-023A-4400-8252-75719DC04F80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AA506-0F3A-41BA-8692-1B8FD6499C1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641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3297B-023A-4400-8252-75719DC04F80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AA506-0F3A-41BA-8692-1B8FD6499C1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5681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3297B-023A-4400-8252-75719DC04F80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AA506-0F3A-41BA-8692-1B8FD6499C1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8709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3297B-023A-4400-8252-75719DC04F80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AA506-0F3A-41BA-8692-1B8FD6499C1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3396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3297B-023A-4400-8252-75719DC04F80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AA506-0F3A-41BA-8692-1B8FD6499C1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0576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3297B-023A-4400-8252-75719DC04F80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AA506-0F3A-41BA-8692-1B8FD6499C1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0487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3297B-023A-4400-8252-75719DC04F80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AA506-0F3A-41BA-8692-1B8FD6499C1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1937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3297B-023A-4400-8252-75719DC04F80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AA506-0F3A-41BA-8692-1B8FD6499C1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7765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3297B-023A-4400-8252-75719DC04F80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AA506-0F3A-41BA-8692-1B8FD6499C1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0256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3297B-023A-4400-8252-75719DC04F80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AA506-0F3A-41BA-8692-1B8FD6499C1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8073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3297B-023A-4400-8252-75719DC04F80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AA506-0F3A-41BA-8692-1B8FD6499C1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8809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83297B-023A-4400-8252-75719DC04F80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FAA506-0F3A-41BA-8692-1B8FD6499C1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9167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8253FC92-88D4-970A-4F49-82BDB4481111}"/>
              </a:ext>
            </a:extLst>
          </p:cNvPr>
          <p:cNvGrpSpPr/>
          <p:nvPr/>
        </p:nvGrpSpPr>
        <p:grpSpPr>
          <a:xfrm>
            <a:off x="1208055" y="365417"/>
            <a:ext cx="4441889" cy="9175166"/>
            <a:chOff x="1234400" y="282343"/>
            <a:chExt cx="4513775" cy="9341317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228DECB4-06EA-5832-33DD-36D6922FC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5973" y="282343"/>
              <a:ext cx="4246053" cy="9341317"/>
            </a:xfrm>
            <a:prstGeom prst="rect">
              <a:avLst/>
            </a:prstGeom>
          </p:spPr>
        </p:pic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9401384E-7A48-EEBF-C329-8BBEBD430C06}"/>
                </a:ext>
              </a:extLst>
            </p:cNvPr>
            <p:cNvSpPr txBox="1"/>
            <p:nvPr/>
          </p:nvSpPr>
          <p:spPr>
            <a:xfrm>
              <a:off x="3561040" y="713660"/>
              <a:ext cx="978153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s-ES" sz="1001" b="1" dirty="0" err="1"/>
                <a:t>arrow</a:t>
              </a:r>
              <a:r>
                <a:rPr lang="es-ES" sz="1001" b="1" dirty="0"/>
                <a:t>-line-up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0ED4F7A4-A2A1-56CD-7993-CA23F865AB6F}"/>
                </a:ext>
              </a:extLst>
            </p:cNvPr>
            <p:cNvSpPr txBox="1"/>
            <p:nvPr/>
          </p:nvSpPr>
          <p:spPr>
            <a:xfrm>
              <a:off x="4537587" y="713660"/>
              <a:ext cx="1210588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s-ES" sz="1001" b="1" dirty="0" err="1"/>
                <a:t>arrow-square-out</a:t>
              </a:r>
              <a:endParaRPr lang="es-ES" sz="1001" b="1" dirty="0"/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471638ED-8319-E385-3DE6-C113F4447F12}"/>
                </a:ext>
              </a:extLst>
            </p:cNvPr>
            <p:cNvSpPr txBox="1"/>
            <p:nvPr/>
          </p:nvSpPr>
          <p:spPr>
            <a:xfrm>
              <a:off x="2282533" y="713661"/>
              <a:ext cx="1148071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s-ES" sz="1001" b="1" dirty="0" err="1"/>
                <a:t>arrow</a:t>
              </a:r>
              <a:r>
                <a:rPr lang="es-ES" sz="1001" b="1" dirty="0"/>
                <a:t>-line-</a:t>
              </a:r>
              <a:r>
                <a:rPr lang="es-ES" sz="1001" b="1" dirty="0" err="1"/>
                <a:t>down</a:t>
              </a:r>
              <a:endParaRPr lang="es-ES" sz="1001" b="1" dirty="0"/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AA459905-B7B7-0F28-FE0F-8C4FC34C272D}"/>
                </a:ext>
              </a:extLst>
            </p:cNvPr>
            <p:cNvSpPr txBox="1"/>
            <p:nvPr/>
          </p:nvSpPr>
          <p:spPr>
            <a:xfrm>
              <a:off x="1644649" y="717552"/>
              <a:ext cx="248786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s-ES" sz="1001" b="1" dirty="0"/>
                <a:t>x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2A6EB3AE-7DCF-E69F-A4A3-C9426F3D9AC6}"/>
                </a:ext>
              </a:extLst>
            </p:cNvPr>
            <p:cNvSpPr txBox="1"/>
            <p:nvPr/>
          </p:nvSpPr>
          <p:spPr>
            <a:xfrm>
              <a:off x="3724564" y="1704256"/>
              <a:ext cx="688009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s-ES" sz="1001" b="1" dirty="0" err="1"/>
                <a:t>caret-lef</a:t>
              </a:r>
              <a:endParaRPr lang="es-ES" sz="1001" b="1" dirty="0"/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292EC1E1-48CB-0E93-C821-291292137989}"/>
                </a:ext>
              </a:extLst>
            </p:cNvPr>
            <p:cNvSpPr txBox="1"/>
            <p:nvPr/>
          </p:nvSpPr>
          <p:spPr>
            <a:xfrm>
              <a:off x="4753410" y="1701395"/>
              <a:ext cx="800219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s-ES" sz="1001" b="1" dirty="0" err="1"/>
                <a:t>caret-right</a:t>
              </a:r>
              <a:endParaRPr lang="es-ES" sz="1001" b="1" dirty="0"/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2E074FA0-224A-F3F0-CF72-CB566E275E92}"/>
                </a:ext>
              </a:extLst>
            </p:cNvPr>
            <p:cNvSpPr txBox="1"/>
            <p:nvPr/>
          </p:nvSpPr>
          <p:spPr>
            <a:xfrm>
              <a:off x="2470107" y="1708147"/>
              <a:ext cx="854721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s-ES" sz="1001" b="1" dirty="0" err="1"/>
                <a:t>caret-down</a:t>
              </a:r>
              <a:endParaRPr lang="es-ES" sz="1001" b="1" dirty="0"/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CE3E436C-1015-D971-0C30-E6C81B63B964}"/>
                </a:ext>
              </a:extLst>
            </p:cNvPr>
            <p:cNvSpPr txBox="1"/>
            <p:nvPr/>
          </p:nvSpPr>
          <p:spPr>
            <a:xfrm>
              <a:off x="1341280" y="1704256"/>
              <a:ext cx="1007007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s-ES" sz="1001" b="1" dirty="0"/>
                <a:t>calendar-</a:t>
              </a:r>
              <a:r>
                <a:rPr lang="es-ES" sz="1001" b="1" dirty="0" err="1"/>
                <a:t>dots</a:t>
              </a:r>
              <a:endParaRPr lang="es-ES" sz="1001" b="1" dirty="0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F62128CB-394C-5AA9-D36D-E2A7804F7651}"/>
                </a:ext>
              </a:extLst>
            </p:cNvPr>
            <p:cNvSpPr txBox="1"/>
            <p:nvPr/>
          </p:nvSpPr>
          <p:spPr>
            <a:xfrm>
              <a:off x="3797937" y="2697712"/>
              <a:ext cx="540533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s-ES" sz="1001" b="1" dirty="0" err="1"/>
                <a:t>check</a:t>
              </a:r>
              <a:endParaRPr lang="es-ES" sz="1001" b="1" dirty="0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6794F3B4-BF3A-C644-A3EC-2FFE0B58AAC1}"/>
                </a:ext>
              </a:extLst>
            </p:cNvPr>
            <p:cNvSpPr txBox="1"/>
            <p:nvPr/>
          </p:nvSpPr>
          <p:spPr>
            <a:xfrm>
              <a:off x="4750664" y="2709373"/>
              <a:ext cx="787395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s-ES" sz="1001" b="1" dirty="0" err="1"/>
                <a:t>circle-half</a:t>
              </a:r>
              <a:endParaRPr lang="es-ES" sz="1001" b="1" dirty="0"/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41B178EF-D7BA-03C4-1FCB-DABF806479F7}"/>
                </a:ext>
              </a:extLst>
            </p:cNvPr>
            <p:cNvSpPr txBox="1"/>
            <p:nvPr/>
          </p:nvSpPr>
          <p:spPr>
            <a:xfrm>
              <a:off x="2470107" y="2702634"/>
              <a:ext cx="917239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s-ES" sz="1001" b="1" dirty="0" err="1"/>
                <a:t>check-circle</a:t>
              </a:r>
              <a:endParaRPr lang="es-ES" sz="1001" b="1" dirty="0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341578C3-55B9-C339-1AB1-D1D15F444355}"/>
                </a:ext>
              </a:extLst>
            </p:cNvPr>
            <p:cNvSpPr txBox="1"/>
            <p:nvPr/>
          </p:nvSpPr>
          <p:spPr>
            <a:xfrm>
              <a:off x="1414652" y="2697712"/>
              <a:ext cx="684803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s-ES" sz="1001" b="1" dirty="0" err="1"/>
                <a:t>caret</a:t>
              </a:r>
              <a:r>
                <a:rPr lang="es-ES" sz="1001" b="1" dirty="0"/>
                <a:t>-up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2E9622C1-8AB9-B570-2E6D-FDF0883F9833}"/>
                </a:ext>
              </a:extLst>
            </p:cNvPr>
            <p:cNvSpPr txBox="1"/>
            <p:nvPr/>
          </p:nvSpPr>
          <p:spPr>
            <a:xfrm>
              <a:off x="3463965" y="3703861"/>
              <a:ext cx="1136850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s-ES" sz="1001" b="1" dirty="0" err="1"/>
                <a:t>dots</a:t>
              </a:r>
              <a:r>
                <a:rPr lang="es-ES" sz="1001" b="1" dirty="0"/>
                <a:t>-</a:t>
              </a:r>
              <a:r>
                <a:rPr lang="es-ES" sz="1001" b="1" dirty="0" err="1"/>
                <a:t>six</a:t>
              </a:r>
              <a:r>
                <a:rPr lang="es-ES" sz="1001" b="1" dirty="0"/>
                <a:t>-vertical</a:t>
              </a:r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4F97D6C1-61AC-CD35-8532-3CF6867DE225}"/>
                </a:ext>
              </a:extLst>
            </p:cNvPr>
            <p:cNvSpPr txBox="1"/>
            <p:nvPr/>
          </p:nvSpPr>
          <p:spPr>
            <a:xfrm>
              <a:off x="4862998" y="3697109"/>
              <a:ext cx="559769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s-ES" sz="1001" b="1" dirty="0" err="1"/>
                <a:t>faders</a:t>
              </a:r>
              <a:endParaRPr lang="es-ES" sz="1001" b="1" dirty="0"/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FA1127FF-1366-5A0A-4735-B8487F0CEC89}"/>
                </a:ext>
              </a:extLst>
            </p:cNvPr>
            <p:cNvSpPr txBox="1"/>
            <p:nvPr/>
          </p:nvSpPr>
          <p:spPr>
            <a:xfrm>
              <a:off x="2411008" y="3709934"/>
              <a:ext cx="910827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s-ES" sz="1001" b="1" dirty="0" err="1"/>
                <a:t>copy</a:t>
              </a:r>
              <a:r>
                <a:rPr lang="es-ES" sz="1001" b="1" dirty="0"/>
                <a:t>-simple</a:t>
              </a: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9FAA23D2-5D58-EFAC-239A-5D2790741C0D}"/>
                </a:ext>
              </a:extLst>
            </p:cNvPr>
            <p:cNvSpPr txBox="1"/>
            <p:nvPr/>
          </p:nvSpPr>
          <p:spPr>
            <a:xfrm>
              <a:off x="1510379" y="3703861"/>
              <a:ext cx="476412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s-ES" sz="1001" b="1" dirty="0" err="1"/>
                <a:t>code</a:t>
              </a:r>
              <a:endParaRPr lang="es-ES" sz="1001" b="1" dirty="0"/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868851D9-8AEB-EF10-6268-C2EFE981D779}"/>
                </a:ext>
              </a:extLst>
            </p:cNvPr>
            <p:cNvSpPr txBox="1"/>
            <p:nvPr/>
          </p:nvSpPr>
          <p:spPr>
            <a:xfrm>
              <a:off x="3812855" y="4668046"/>
              <a:ext cx="409086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s-ES" sz="1001" b="1" dirty="0" err="1"/>
                <a:t>info</a:t>
              </a:r>
              <a:endParaRPr lang="es-ES" sz="1001" b="1" dirty="0"/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3CDEBA28-8A13-81F3-8805-170CDCFD7DF6}"/>
                </a:ext>
              </a:extLst>
            </p:cNvPr>
            <p:cNvSpPr txBox="1"/>
            <p:nvPr/>
          </p:nvSpPr>
          <p:spPr>
            <a:xfrm>
              <a:off x="4750663" y="4668045"/>
              <a:ext cx="841897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s-ES" sz="1001" b="1" dirty="0"/>
                <a:t>link-simple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B856F938-7B74-69A6-8D39-6C93F7306FC2}"/>
                </a:ext>
              </a:extLst>
            </p:cNvPr>
            <p:cNvSpPr txBox="1"/>
            <p:nvPr/>
          </p:nvSpPr>
          <p:spPr>
            <a:xfrm>
              <a:off x="2591278" y="4674800"/>
              <a:ext cx="606256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s-ES" sz="1001" b="1" dirty="0" err="1"/>
                <a:t>images</a:t>
              </a:r>
              <a:endParaRPr lang="es-ES" sz="1001" b="1" dirty="0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1E080EAD-F38D-5489-00AC-0843B81ED97F}"/>
                </a:ext>
              </a:extLst>
            </p:cNvPr>
            <p:cNvSpPr txBox="1"/>
            <p:nvPr/>
          </p:nvSpPr>
          <p:spPr>
            <a:xfrm>
              <a:off x="1510379" y="4674800"/>
              <a:ext cx="545342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s-ES" sz="1001" b="1" dirty="0" err="1"/>
                <a:t>house</a:t>
              </a:r>
              <a:endParaRPr lang="es-ES" sz="1001" b="1" dirty="0"/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7BB25E9A-F33A-D585-BEF6-042B4AE46C42}"/>
                </a:ext>
              </a:extLst>
            </p:cNvPr>
            <p:cNvSpPr txBox="1"/>
            <p:nvPr/>
          </p:nvSpPr>
          <p:spPr>
            <a:xfrm>
              <a:off x="3593268" y="5509118"/>
              <a:ext cx="878767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1" b="1" dirty="0" err="1"/>
                <a:t>lock</a:t>
              </a:r>
              <a:r>
                <a:rPr lang="es-ES" sz="1001" b="1" dirty="0"/>
                <a:t>-simple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9FAEE760-AA16-98E7-E462-D7ED35D5D0B6}"/>
                </a:ext>
              </a:extLst>
            </p:cNvPr>
            <p:cNvSpPr txBox="1"/>
            <p:nvPr/>
          </p:nvSpPr>
          <p:spPr>
            <a:xfrm>
              <a:off x="4536786" y="5509118"/>
              <a:ext cx="1172116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1" b="1" dirty="0" err="1"/>
                <a:t>magnifying-glass</a:t>
              </a:r>
              <a:endParaRPr lang="es-ES" sz="1001" b="1" dirty="0"/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A14F61DD-E380-080C-42FD-C1E2814159A8}"/>
                </a:ext>
              </a:extLst>
            </p:cNvPr>
            <p:cNvSpPr txBox="1"/>
            <p:nvPr/>
          </p:nvSpPr>
          <p:spPr>
            <a:xfrm>
              <a:off x="2706847" y="5515872"/>
              <a:ext cx="367408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1" b="1" dirty="0" err="1"/>
                <a:t>list</a:t>
              </a:r>
              <a:endParaRPr lang="es-ES" sz="1001" b="1" dirty="0"/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14905694-0DFA-0035-5F78-E3C2CC88D673}"/>
                </a:ext>
              </a:extLst>
            </p:cNvPr>
            <p:cNvSpPr txBox="1"/>
            <p:nvPr/>
          </p:nvSpPr>
          <p:spPr>
            <a:xfrm>
              <a:off x="1382964" y="5515872"/>
              <a:ext cx="829073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1" b="1" dirty="0" err="1"/>
                <a:t>list-cashes</a:t>
              </a:r>
              <a:endParaRPr lang="es-ES" sz="1001" b="1" dirty="0"/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75EB8C94-7710-5F89-7129-17E5B8718D73}"/>
                </a:ext>
              </a:extLst>
            </p:cNvPr>
            <p:cNvSpPr txBox="1"/>
            <p:nvPr/>
          </p:nvSpPr>
          <p:spPr>
            <a:xfrm>
              <a:off x="3772094" y="6465589"/>
              <a:ext cx="405880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1" b="1" dirty="0"/>
                <a:t>pen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D91F9BB2-F01D-2BB1-FE41-8AA72A0AC005}"/>
                </a:ext>
              </a:extLst>
            </p:cNvPr>
            <p:cNvSpPr txBox="1"/>
            <p:nvPr/>
          </p:nvSpPr>
          <p:spPr>
            <a:xfrm>
              <a:off x="4646593" y="6465589"/>
              <a:ext cx="990976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1" b="1" dirty="0" err="1"/>
                <a:t>pencil</a:t>
              </a:r>
              <a:r>
                <a:rPr lang="es-ES" sz="1001" b="1" dirty="0"/>
                <a:t>-simple</a:t>
              </a: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289FE74E-1CA4-C016-7711-E65BE88C193E}"/>
                </a:ext>
              </a:extLst>
            </p:cNvPr>
            <p:cNvSpPr txBox="1"/>
            <p:nvPr/>
          </p:nvSpPr>
          <p:spPr>
            <a:xfrm>
              <a:off x="2516887" y="6472342"/>
              <a:ext cx="785792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1" b="1" dirty="0"/>
                <a:t>parachute</a:t>
              </a:r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1D701ACF-AFE4-820F-B093-82875EF7F33A}"/>
                </a:ext>
              </a:extLst>
            </p:cNvPr>
            <p:cNvSpPr txBox="1"/>
            <p:nvPr/>
          </p:nvSpPr>
          <p:spPr>
            <a:xfrm>
              <a:off x="1354910" y="6472342"/>
              <a:ext cx="923650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1" b="1" dirty="0" err="1"/>
                <a:t>minus-circle</a:t>
              </a:r>
              <a:endParaRPr lang="es-ES" sz="1001" b="1" dirty="0"/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663E2F8D-2B6B-D0D4-438F-4E4D8126A559}"/>
                </a:ext>
              </a:extLst>
            </p:cNvPr>
            <p:cNvSpPr txBox="1"/>
            <p:nvPr/>
          </p:nvSpPr>
          <p:spPr>
            <a:xfrm>
              <a:off x="3579892" y="7406220"/>
              <a:ext cx="816249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1" b="1" dirty="0"/>
                <a:t>plus-</a:t>
              </a:r>
              <a:r>
                <a:rPr lang="es-ES" sz="1001" b="1" dirty="0" err="1"/>
                <a:t>circle</a:t>
              </a:r>
              <a:endParaRPr lang="es-ES" sz="1001" b="1" dirty="0"/>
            </a:p>
          </p:txBody>
        </p: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3B93018B-412E-A7C6-FCED-F1D68B24BFD4}"/>
                </a:ext>
              </a:extLst>
            </p:cNvPr>
            <p:cNvSpPr txBox="1"/>
            <p:nvPr/>
          </p:nvSpPr>
          <p:spPr>
            <a:xfrm>
              <a:off x="4778111" y="7388475"/>
              <a:ext cx="580607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1" b="1" dirty="0" err="1"/>
                <a:t>printer</a:t>
              </a:r>
              <a:endParaRPr lang="es-ES" sz="1001" b="1" dirty="0"/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E8BD888C-195F-1420-E4B7-4F6CE6C214A8}"/>
                </a:ext>
              </a:extLst>
            </p:cNvPr>
            <p:cNvSpPr txBox="1"/>
            <p:nvPr/>
          </p:nvSpPr>
          <p:spPr>
            <a:xfrm>
              <a:off x="2687280" y="7416802"/>
              <a:ext cx="433132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1" b="1" dirty="0" err="1"/>
                <a:t>play</a:t>
              </a:r>
              <a:endParaRPr lang="es-ES" sz="1001" b="1" dirty="0"/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5BA7D731-1216-C5A1-FC13-4F28EA933E95}"/>
                </a:ext>
              </a:extLst>
            </p:cNvPr>
            <p:cNvSpPr txBox="1"/>
            <p:nvPr/>
          </p:nvSpPr>
          <p:spPr>
            <a:xfrm>
              <a:off x="1234400" y="7406221"/>
              <a:ext cx="1385316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1" b="1" dirty="0" err="1"/>
                <a:t>person</a:t>
              </a:r>
              <a:r>
                <a:rPr lang="es-ES" sz="1001" b="1" dirty="0"/>
                <a:t>-</a:t>
              </a:r>
              <a:r>
                <a:rPr lang="es-ES" sz="1001" b="1" dirty="0" err="1"/>
                <a:t>arms</a:t>
              </a:r>
              <a:r>
                <a:rPr lang="es-ES" sz="1001" b="1" dirty="0"/>
                <a:t>-spread</a:t>
              </a: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DF9337CC-6AFF-0DB9-44EC-F85BB8E4424E}"/>
                </a:ext>
              </a:extLst>
            </p:cNvPr>
            <p:cNvSpPr txBox="1"/>
            <p:nvPr/>
          </p:nvSpPr>
          <p:spPr>
            <a:xfrm>
              <a:off x="3463164" y="8381050"/>
              <a:ext cx="1050288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1" b="1" dirty="0" err="1"/>
                <a:t>shield-warning</a:t>
              </a:r>
              <a:endParaRPr lang="es-ES" sz="1001" b="1" dirty="0"/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086238FC-26A4-1990-0926-AD9A5C131529}"/>
                </a:ext>
              </a:extLst>
            </p:cNvPr>
            <p:cNvSpPr txBox="1"/>
            <p:nvPr/>
          </p:nvSpPr>
          <p:spPr>
            <a:xfrm>
              <a:off x="4755669" y="8381050"/>
              <a:ext cx="625491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1" b="1" dirty="0" err="1"/>
                <a:t>sidebar</a:t>
              </a:r>
              <a:endParaRPr lang="es-ES" sz="1001" b="1" dirty="0"/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BD8DC238-E860-CD1A-D8CD-76136E44D33D}"/>
                </a:ext>
              </a:extLst>
            </p:cNvPr>
            <p:cNvSpPr txBox="1"/>
            <p:nvPr/>
          </p:nvSpPr>
          <p:spPr>
            <a:xfrm>
              <a:off x="2688083" y="8381050"/>
              <a:ext cx="364202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1" b="1" dirty="0" err="1"/>
                <a:t>rss</a:t>
              </a:r>
              <a:endParaRPr lang="es-ES" sz="1001" b="1" dirty="0"/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987361FF-0AF2-D0A0-CC7E-ADE329A65409}"/>
                </a:ext>
              </a:extLst>
            </p:cNvPr>
            <p:cNvSpPr txBox="1"/>
            <p:nvPr/>
          </p:nvSpPr>
          <p:spPr>
            <a:xfrm>
              <a:off x="1537295" y="8381051"/>
              <a:ext cx="562975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1" b="1" dirty="0" err="1"/>
                <a:t>rocket</a:t>
              </a:r>
              <a:endParaRPr lang="es-ES" sz="1001" b="1" dirty="0"/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50269F36-9E98-6E54-CD32-4DA3B46E37C5}"/>
                </a:ext>
              </a:extLst>
            </p:cNvPr>
            <p:cNvSpPr txBox="1"/>
            <p:nvPr/>
          </p:nvSpPr>
          <p:spPr>
            <a:xfrm>
              <a:off x="3605543" y="9351989"/>
              <a:ext cx="808234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1" b="1" dirty="0"/>
                <a:t>tag-simple</a:t>
              </a:r>
            </a:p>
          </p:txBody>
        </p: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4CC77713-7096-0B32-3F21-BDB7ED8580F9}"/>
                </a:ext>
              </a:extLst>
            </p:cNvPr>
            <p:cNvSpPr txBox="1"/>
            <p:nvPr/>
          </p:nvSpPr>
          <p:spPr>
            <a:xfrm>
              <a:off x="4866790" y="9351989"/>
              <a:ext cx="445955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1" b="1" dirty="0" err="1"/>
                <a:t>user</a:t>
              </a:r>
              <a:endParaRPr lang="es-ES" sz="1001" b="1" dirty="0"/>
            </a:p>
          </p:txBody>
        </p:sp>
        <p:sp>
          <p:nvSpPr>
            <p:cNvPr id="49" name="CuadroTexto 48">
              <a:extLst>
                <a:ext uri="{FF2B5EF4-FFF2-40B4-BE49-F238E27FC236}">
                  <a16:creationId xmlns:a16="http://schemas.microsoft.com/office/drawing/2014/main" id="{6D0B7D46-2A2F-5B11-EDC9-F48558A29728}"/>
                </a:ext>
              </a:extLst>
            </p:cNvPr>
            <p:cNvSpPr txBox="1"/>
            <p:nvPr/>
          </p:nvSpPr>
          <p:spPr>
            <a:xfrm>
              <a:off x="2684587" y="9351989"/>
              <a:ext cx="413895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1" b="1" dirty="0" err="1"/>
                <a:t>star</a:t>
              </a:r>
              <a:endParaRPr lang="es-ES" sz="1001" b="1" dirty="0"/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276C17B7-2AC3-89C5-CFC7-14BBE9F9C09C}"/>
                </a:ext>
              </a:extLst>
            </p:cNvPr>
            <p:cNvSpPr txBox="1"/>
            <p:nvPr/>
          </p:nvSpPr>
          <p:spPr>
            <a:xfrm>
              <a:off x="1514061" y="9351989"/>
              <a:ext cx="611065" cy="24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1" b="1" dirty="0" err="1"/>
                <a:t>star-fill</a:t>
              </a:r>
              <a:endParaRPr lang="es-ES" sz="1001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9931388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40</Words>
  <Application>Microsoft Office PowerPoint</Application>
  <PresentationFormat>A4 (210 x 297 mm)</PresentationFormat>
  <Paragraphs>40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PEDRO PERIANES RODRIGUEZ</dc:creator>
  <cp:lastModifiedBy>JUAN PEDRO PERIANES RODRIGUEZ</cp:lastModifiedBy>
  <cp:revision>2</cp:revision>
  <dcterms:created xsi:type="dcterms:W3CDTF">2026-03-26T12:46:15Z</dcterms:created>
  <dcterms:modified xsi:type="dcterms:W3CDTF">2026-03-26T13:05:00Z</dcterms:modified>
</cp:coreProperties>
</file>